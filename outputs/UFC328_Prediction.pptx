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CAN A MACHINE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4F37"/>
                </a:solidFill>
              </a:rPr>
              <a:t>PREDICT A UFC CHAMPIONSHIP FIGHT?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286000"/>
            <a:ext cx="84124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Khamzat Chimaev  vs  Sean Strickland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UFC 328  |  Middleweight Title  |  May 9, 2026  |  Newark NJ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657600"/>
            <a:ext cx="84124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8,337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UFC fights
in training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527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480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MW fights
used to 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480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differential
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39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0.712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39" y="4480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best model
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XGBoost  |  Real UFC Data  |  Full ML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THE FIGHTERS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4F37"/>
                </a:solidFill>
              </a:rPr>
              <a:t>KHAMZAT CHIMAEV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"Borz"  |  Champion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15 - 0  (UNDEFEATED)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Win Streak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12 consecutive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Finish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80%  (12 of 15 wins)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TD Avg/15min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20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5.29  (elite grappler)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Sub Avg/15min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23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1.80  (major sub threat)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SLpM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26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029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32.3 years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914400"/>
            <a:ext cx="36576" cy="53035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005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213E"/>
                </a:solidFill>
              </a:rPr>
              <a:t>SEAN STRICKLAND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"Tarzan"  |  Former Champion  |  Challenger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011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30 - 7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Win Streak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 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017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Finish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520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TD Avg/15min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0.43  (striker, not grappler)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Sub Avg/15min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526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SLpM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526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7.25  (high volume striker)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029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35.2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THE ML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029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A623"/>
                </a:solidFill>
              </a:rPr>
              <a:t>Key design decision: win_streak and finish_rate computed chronologically — no data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WHAT THE MODEL SEES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4_different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97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Why Differential Features?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Raw stat:
Chimaev TDs = 5.29/15min
Meaningless alone.
Differential:
Chimaev TDs - Strickland TDs
= 5.29 - 0.43 = +4.86
NOW the model knows:
Chimaev has a +4.86
grappling edge.
13 features.
Each = a competitive gap,
not an absolute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97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Logistic Regression (0.712)
outperformed XGBoost (0.671).
This means the relationship
between differential features
and fight outcomes is largely
LINEAR.
XGBoost's extra complexity
wasn't rewarded on
527 training samples.
ROC-AUC of 0.71 is competitive
with published academic
UFC prediction models
(typical range: 0.65-0.75).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THE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z_02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3035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058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Benchmark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Chimaev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600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Strickland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This Model (XGB)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59.0%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41.0%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Elo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21.0%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Betting Odds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~85%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~15%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841248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Key Takeaways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Real data always beats synthetic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0474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Simple models can outperform complex ones on small datasets.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4772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Differential features &gt; raw features for head-to-head prediction.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90702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No leakage: win_streak computed chronologically across 8,337 fights.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Full code on GitHub  |  #MachineLearning #DataScience #UFC #XGBoost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